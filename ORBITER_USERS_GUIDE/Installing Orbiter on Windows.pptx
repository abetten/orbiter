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4" autoAdjust="0"/>
    <p:restoredTop sz="94660"/>
  </p:normalViewPr>
  <p:slideViewPr>
    <p:cSldViewPr snapToGrid="0">
      <p:cViewPr varScale="1">
        <p:scale>
          <a:sx n="54" d="100"/>
          <a:sy n="54" d="100"/>
        </p:scale>
        <p:origin x="96" y="5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BB5C8-BA68-4BEC-B6D5-A38F623F48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E4AC43-3D26-40DB-93D1-CEF54C5F67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1740C1-1FF9-4D76-BBDF-45D29EAA4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98F6-1451-4DF4-A69D-ED0C42EDA4F6}" type="datetimeFigureOut">
              <a:rPr lang="en-US" smtClean="0"/>
              <a:t>1/11/2022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28B41-705F-46BC-BA53-0111F961E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1FE7F-D5F4-42C3-BA6F-B9D9C9C4A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47B9B-A732-4D6D-999B-2B1D682C6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773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1D92B-F910-44FF-87A6-34A237CD2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8ACDF-65B9-420D-B36E-68986D9DE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B4777-3F70-4989-8B7E-326D49031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98F6-1451-4DF4-A69D-ED0C42EDA4F6}" type="datetimeFigureOut">
              <a:rPr lang="en-US" smtClean="0"/>
              <a:t>1/11/2022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B6B09-186F-457A-BE10-A0FD253EE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94A623-1F39-421E-B270-A3E34AFC0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47B9B-A732-4D6D-999B-2B1D682C6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035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96E88-DDA8-429D-935E-528FA7694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52C437-F6F0-46F4-981E-38F61AE5D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E15AF-CE13-43B1-B62D-093FE2521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98F6-1451-4DF4-A69D-ED0C42EDA4F6}" type="datetimeFigureOut">
              <a:rPr lang="en-US" smtClean="0"/>
              <a:t>1/11/2022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63C6C-400B-4B6B-B8B8-52B0B8485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619436-2794-4D4F-AC3F-0F6181E66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47B9B-A732-4D6D-999B-2B1D682C6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408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FD9EE-41E9-40E9-AC69-81C73A7AC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4FDF3-580F-4830-9196-064F8039B8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BCCEA2-4C28-47E4-A47C-19C2D7C831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9DA401-740D-499F-BE2F-2933085CD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98F6-1451-4DF4-A69D-ED0C42EDA4F6}" type="datetimeFigureOut">
              <a:rPr lang="en-US" smtClean="0"/>
              <a:t>1/11/2022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D14976-58D6-4FFA-A193-1F0617862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263538-ADF6-4FFC-81AB-26E07D7BD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47B9B-A732-4D6D-999B-2B1D682C6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661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6E74B-BB18-4856-A798-CD574C5D9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FA3A9B-4C22-4E3F-9EA8-F7A2A2DE0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B6379F-1461-4EA7-8949-6109ECD18D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F498AE-809F-4587-BBEA-D014A04C46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026031-DD70-424E-9BC7-D3947F766C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00749B-752F-4633-B41D-7F0E5A279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98F6-1451-4DF4-A69D-ED0C42EDA4F6}" type="datetimeFigureOut">
              <a:rPr lang="en-US" smtClean="0"/>
              <a:t>1/11/2022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2164C1-9844-4A90-A459-E81D57A0E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0F8636-4087-442E-BA0F-11E7CE4F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47B9B-A732-4D6D-999B-2B1D682C6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524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073E1-6535-4548-9423-1AE50614F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5694EE-C3B6-4DD1-80C0-B682E8619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98F6-1451-4DF4-A69D-ED0C42EDA4F6}" type="datetimeFigureOut">
              <a:rPr lang="en-US" smtClean="0"/>
              <a:t>1/11/2022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714FFA-73B8-401B-99AA-BE6EC8DD8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C78DB7-81C4-4A0E-93CB-701CCEBBF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47B9B-A732-4D6D-999B-2B1D682C6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259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068EF9-18B9-4CE3-B4AB-F481FA8C5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98F6-1451-4DF4-A69D-ED0C42EDA4F6}" type="datetimeFigureOut">
              <a:rPr lang="en-US" smtClean="0"/>
              <a:t>1/11/2022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9B4009-CF7C-41C5-A259-63A15BADE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F5BF06-F8F6-490A-A4FB-F2F1250D9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47B9B-A732-4D6D-999B-2B1D682C6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294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3F46E-5AA5-40FC-A25A-12376A91D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3F6BF-835D-42C3-B1DA-2CC31BFC4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322D0D-BF0A-4397-9DC9-D84C09174A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5BCE0C-9A9C-4B27-B108-15C38D72A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98F6-1451-4DF4-A69D-ED0C42EDA4F6}" type="datetimeFigureOut">
              <a:rPr lang="en-US" smtClean="0"/>
              <a:t>1/11/2022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CF1FDD-780B-4791-A7AE-569248E10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CF8FBF-829E-4B28-A16D-3E19102EF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47B9B-A732-4D6D-999B-2B1D682C6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292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9D780-4FC0-4455-A210-36A5B3D7D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0B1BF5-E2B6-46ED-A66C-98885E7691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FF3476-079F-4DE5-9FBB-F812E907B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B8F062-C5CF-47FE-A618-693E69786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98F6-1451-4DF4-A69D-ED0C42EDA4F6}" type="datetimeFigureOut">
              <a:rPr lang="en-US" smtClean="0"/>
              <a:t>1/11/2022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0121D5-888F-4B18-8345-0C074CEDC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2472B8-7DB6-45DB-A97E-BD82CDEB3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47B9B-A732-4D6D-999B-2B1D682C6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976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B2015-81D3-4AA0-8C13-14BF54F12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50F6C4-01B3-4599-90ED-A3B4C2CE30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A5E33-C288-4CDA-A167-F3244A46C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98F6-1451-4DF4-A69D-ED0C42EDA4F6}" type="datetimeFigureOut">
              <a:rPr lang="en-US" smtClean="0"/>
              <a:t>1/11/2022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F560C-DA12-4104-BF1D-BA049DD98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2DCA8F-5884-4ACB-89A8-37A9F1B95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47B9B-A732-4D6D-999B-2B1D682C6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123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9B2127-8A44-4568-A2DB-D8B833C4B4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53E298-A83C-48A8-95E5-D45871B983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329DB-F077-49DF-B776-77084318A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98F6-1451-4DF4-A69D-ED0C42EDA4F6}" type="datetimeFigureOut">
              <a:rPr lang="en-US" smtClean="0"/>
              <a:t>1/11/2022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57EA8-BF8C-40CB-9E34-411F1AF9D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586BF-EF51-4ABE-9ADA-AE27B1C8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47B9B-A732-4D6D-999B-2B1D682C6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588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14446C-5422-470E-96FB-20B9BF639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019E74-BE03-4675-A605-37AE9A524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4F527-B0E2-499F-BDD7-0CB09DD000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B198F6-1451-4DF4-A69D-ED0C42EDA4F6}" type="datetimeFigureOut">
              <a:rPr lang="en-US" smtClean="0"/>
              <a:t>1/11/2022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C2F20-C902-41C4-9EB4-B4AA168E6E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D5548-4974-4EAA-AC1D-6B7F7BB0B8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F47B9B-A732-4D6D-999B-2B1D682C6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169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soft.com/en-us/windows/wsl/basic-commands" TargetMode="External"/><Relationship Id="rId2" Type="http://schemas.openxmlformats.org/officeDocument/2006/relationships/hyperlink" Target="https://okunhardt.github.io/documents/Installing_WSL.pdf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github.com/abetten/orbiter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github.com/abetten/orbiter.git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vim.rtorr.com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ath.colostate.edu/~betten/orbiter/users_guide.pdf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3F550-960B-437E-866A-E9A82C5B96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Installing Orbiter on Windows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A5E4AF-B7AA-468F-B766-6E668C8DAE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459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D89FC-131B-4E5E-9AE2-12E36B8C4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E86C2-66CA-4F47-BAAB-184805863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of the steps will be taken from the following sources:</a:t>
            </a:r>
          </a:p>
          <a:p>
            <a:pPr lvl="1"/>
            <a:r>
              <a:rPr lang="en-US" dirty="0">
                <a:hlinkClick r:id="rId2"/>
              </a:rPr>
              <a:t>https://okunhardt.github.io/documents/Installing_WSL.pdf</a:t>
            </a:r>
            <a:endParaRPr lang="en-US" dirty="0"/>
          </a:p>
          <a:p>
            <a:pPr lvl="1"/>
            <a:r>
              <a:rPr lang="en-US" dirty="0">
                <a:hlinkClick r:id="rId3"/>
              </a:rPr>
              <a:t>https://docs.microsoft.com/en-us/windows/wsl/basic-commands</a:t>
            </a:r>
            <a:endParaRPr lang="en-US" dirty="0"/>
          </a:p>
          <a:p>
            <a:r>
              <a:rPr lang="en-US" dirty="0"/>
              <a:t>Consult the two links for further help and suggestions.</a:t>
            </a:r>
          </a:p>
        </p:txBody>
      </p:sp>
    </p:spTree>
    <p:extLst>
      <p:ext uri="{BB962C8B-B14F-4D97-AF65-F5344CB8AC3E}">
        <p14:creationId xmlns:p14="http://schemas.microsoft.com/office/powerpoint/2010/main" val="2332346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D667C-4B14-4971-9BA0-A7B7B61E6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WSL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8C006-15D4-4A00-B977-3F28DA83C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Search “Turn Windows features on or off” in the Windows search bar</a:t>
            </a:r>
          </a:p>
          <a:p>
            <a:r>
              <a:rPr lang="en-US" dirty="0"/>
              <a:t>Search for “Windows Subsystem for Linux”, the box must be checked</a:t>
            </a:r>
          </a:p>
          <a:p>
            <a:r>
              <a:rPr lang="en-US" dirty="0"/>
              <a:t>Restart the computer</a:t>
            </a:r>
          </a:p>
          <a:p>
            <a:endParaRPr lang="en-US" dirty="0"/>
          </a:p>
        </p:txBody>
      </p:sp>
      <p:pic>
        <p:nvPicPr>
          <p:cNvPr id="5" name="Picture 4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C356CB25-73A7-419F-84B4-D0DC604CE5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718" y="3534605"/>
            <a:ext cx="4511362" cy="2958270"/>
          </a:xfrm>
          <a:prstGeom prst="rect">
            <a:avLst/>
          </a:prstGeom>
        </p:spPr>
      </p:pic>
      <p:pic>
        <p:nvPicPr>
          <p:cNvPr id="7" name="Picture 6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6EFBD8B9-55E0-4C2A-9BB6-47D8D2501D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2661" y="2943226"/>
            <a:ext cx="3984301" cy="354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669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BB833-1E9C-4492-B55C-B37558CAB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BC0E2-1E53-484B-9A12-A458B6415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6862763" cy="43180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Windows Subsystem for Linux kernel does not automatically update due to system settings</a:t>
            </a:r>
          </a:p>
          <a:p>
            <a:r>
              <a:rPr lang="en-US" dirty="0"/>
              <a:t>Updates must be done manually</a:t>
            </a:r>
          </a:p>
          <a:p>
            <a:r>
              <a:rPr lang="en-US" dirty="0"/>
              <a:t>To update, first you need to command prompt as admin</a:t>
            </a:r>
          </a:p>
          <a:p>
            <a:pPr lvl="1"/>
            <a:r>
              <a:rPr lang="en-US" dirty="0"/>
              <a:t>Press Windows + R to open the “Run” box</a:t>
            </a:r>
          </a:p>
          <a:p>
            <a:pPr lvl="1"/>
            <a:r>
              <a:rPr lang="en-US" dirty="0"/>
              <a:t>Type “</a:t>
            </a:r>
            <a:r>
              <a:rPr lang="en-US" dirty="0" err="1"/>
              <a:t>cmd</a:t>
            </a:r>
            <a:r>
              <a:rPr lang="en-US" dirty="0"/>
              <a:t>” into the box</a:t>
            </a:r>
          </a:p>
          <a:p>
            <a:pPr lvl="1"/>
            <a:r>
              <a:rPr lang="en-US" dirty="0"/>
              <a:t>Press Ctrl + Shift + Enter</a:t>
            </a:r>
          </a:p>
          <a:p>
            <a:pPr lvl="1"/>
            <a:r>
              <a:rPr lang="en-US" dirty="0"/>
              <a:t>When the window prompt opens, click “Yes”</a:t>
            </a:r>
          </a:p>
          <a:p>
            <a:pPr lvl="1"/>
            <a:r>
              <a:rPr lang="en-US" dirty="0"/>
              <a:t>Command prompt will now open as admin</a:t>
            </a:r>
          </a:p>
          <a:p>
            <a:pPr lvl="1"/>
            <a:r>
              <a:rPr lang="en-US" dirty="0"/>
              <a:t>In command prompt</a:t>
            </a:r>
          </a:p>
          <a:p>
            <a:pPr lvl="2"/>
            <a:r>
              <a:rPr lang="en-US" dirty="0"/>
              <a:t>Type </a:t>
            </a:r>
            <a:r>
              <a:rPr lang="en-US" dirty="0" err="1"/>
              <a:t>wsl</a:t>
            </a:r>
            <a:r>
              <a:rPr lang="en-US" dirty="0"/>
              <a:t> --update</a:t>
            </a:r>
          </a:p>
          <a:p>
            <a:pPr lvl="2"/>
            <a:r>
              <a:rPr lang="en-US" dirty="0"/>
              <a:t>Type </a:t>
            </a:r>
            <a:r>
              <a:rPr lang="en-US" dirty="0" err="1"/>
              <a:t>wsl</a:t>
            </a:r>
            <a:r>
              <a:rPr lang="en-US" dirty="0"/>
              <a:t> --shutdown</a:t>
            </a:r>
          </a:p>
        </p:txBody>
      </p:sp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123807BE-BBFF-4337-9B5B-8AAB8E303E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0963" y="1690688"/>
            <a:ext cx="4157662" cy="2233613"/>
          </a:xfrm>
          <a:prstGeom prst="rect">
            <a:avLst/>
          </a:prstGeom>
        </p:spPr>
      </p:pic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DDCCA254-A2DD-4C90-BB6E-8BA7D19C74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8815" y="4917682"/>
            <a:ext cx="7229810" cy="173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835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2F54A-E129-41BC-84EB-D53788BF2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WSL1, WSL2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5D489-B4E6-47A4-A32F-37FD911EB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using WSL, you can adjust the configurations according to the Linux distribution that you are using</a:t>
            </a:r>
          </a:p>
          <a:p>
            <a:r>
              <a:rPr lang="en-US" dirty="0"/>
              <a:t>To run Ubuntu distribution, we need the WSL1 configuration</a:t>
            </a:r>
          </a:p>
          <a:p>
            <a:r>
              <a:rPr lang="en-US" dirty="0"/>
              <a:t>To check the status, in the command prompt enter</a:t>
            </a:r>
          </a:p>
          <a:p>
            <a:pPr lvl="1"/>
            <a:r>
              <a:rPr lang="en-US" dirty="0" err="1"/>
              <a:t>wsl</a:t>
            </a:r>
            <a:r>
              <a:rPr lang="en-US" dirty="0"/>
              <a:t> --status</a:t>
            </a:r>
          </a:p>
          <a:p>
            <a:r>
              <a:rPr lang="en-US" dirty="0"/>
              <a:t>To change WSL configuration type</a:t>
            </a:r>
          </a:p>
          <a:p>
            <a:pPr lvl="1"/>
            <a:r>
              <a:rPr lang="en-US" dirty="0" err="1"/>
              <a:t>wsl</a:t>
            </a:r>
            <a:r>
              <a:rPr lang="en-US" dirty="0"/>
              <a:t> --set-default-version 1</a:t>
            </a:r>
          </a:p>
          <a:p>
            <a:pPr lvl="1"/>
            <a:r>
              <a:rPr lang="en-US" dirty="0" err="1"/>
              <a:t>wsl</a:t>
            </a:r>
            <a:r>
              <a:rPr lang="en-US" dirty="0"/>
              <a:t> --shutdown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2689BBC2-97A5-4501-B4B6-E61F51F804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429125"/>
            <a:ext cx="5257800" cy="1747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816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F074A-29A5-4D63-BC3D-59F88FA30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Ubuntu - installation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A6BF6-A526-4194-879B-D3AEDB072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5913"/>
            <a:ext cx="5257800" cy="4906962"/>
          </a:xfrm>
        </p:spPr>
        <p:txBody>
          <a:bodyPr>
            <a:normAutofit/>
          </a:bodyPr>
          <a:lstStyle/>
          <a:p>
            <a:r>
              <a:rPr lang="en-US" dirty="0"/>
              <a:t>Generally, the Ubuntu distribution is installed by default when WSL is installed</a:t>
            </a:r>
          </a:p>
          <a:p>
            <a:pPr lvl="1"/>
            <a:r>
              <a:rPr lang="en-US" dirty="0" err="1"/>
              <a:t>wsl</a:t>
            </a:r>
            <a:r>
              <a:rPr lang="en-US" dirty="0"/>
              <a:t> --status </a:t>
            </a:r>
          </a:p>
          <a:p>
            <a:pPr lvl="2"/>
            <a:r>
              <a:rPr lang="en-US" dirty="0"/>
              <a:t>Displays the default distribution</a:t>
            </a:r>
          </a:p>
          <a:p>
            <a:r>
              <a:rPr lang="en-US" dirty="0"/>
              <a:t>If you find that Ubuntu was not installed, you can find it in the Microsoft store</a:t>
            </a:r>
          </a:p>
          <a:p>
            <a:r>
              <a:rPr lang="en-US" dirty="0"/>
              <a:t>Launch Ubuntu after installation</a:t>
            </a:r>
          </a:p>
        </p:txBody>
      </p:sp>
      <p:pic>
        <p:nvPicPr>
          <p:cNvPr id="5" name="Picture 4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684DF827-A519-49BE-836B-19BC057D2C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85913"/>
            <a:ext cx="5113435" cy="267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092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4131E-5966-403A-AB33-30622E5FC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Ubuntu - launching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3CADD-D4D3-42F6-B699-8FB628E43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561" y="1423988"/>
            <a:ext cx="11391901" cy="351948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After launching Ubuntu, allow the installation to be initiated</a:t>
            </a:r>
          </a:p>
          <a:p>
            <a:r>
              <a:rPr lang="en-US" dirty="0"/>
              <a:t>If you receive an error, this could be a result of the configuration</a:t>
            </a:r>
          </a:p>
          <a:p>
            <a:pPr lvl="1"/>
            <a:r>
              <a:rPr lang="en-US" dirty="0"/>
              <a:t>Set configuration to WSL1</a:t>
            </a:r>
          </a:p>
          <a:p>
            <a:pPr lvl="2"/>
            <a:r>
              <a:rPr lang="en-US" dirty="0" err="1"/>
              <a:t>wsl</a:t>
            </a:r>
            <a:r>
              <a:rPr lang="en-US" dirty="0"/>
              <a:t> --set-default-version 1</a:t>
            </a:r>
          </a:p>
          <a:p>
            <a:pPr lvl="1"/>
            <a:r>
              <a:rPr lang="en-US" dirty="0"/>
              <a:t>Make sure to terminate Ubuntu and reboot</a:t>
            </a:r>
          </a:p>
          <a:p>
            <a:pPr lvl="2"/>
            <a:r>
              <a:rPr lang="en-US" dirty="0" err="1"/>
              <a:t>wsl</a:t>
            </a:r>
            <a:r>
              <a:rPr lang="en-US" dirty="0"/>
              <a:t> --terminate Ubuntu</a:t>
            </a:r>
          </a:p>
          <a:p>
            <a:pPr lvl="1"/>
            <a:r>
              <a:rPr lang="en-US" dirty="0"/>
              <a:t>Start Ubuntu again</a:t>
            </a:r>
          </a:p>
          <a:p>
            <a:r>
              <a:rPr lang="en-US" dirty="0"/>
              <a:t>Once Ubuntu starts correctly</a:t>
            </a:r>
          </a:p>
          <a:p>
            <a:pPr lvl="1"/>
            <a:r>
              <a:rPr lang="en-US" dirty="0"/>
              <a:t>Create Username &amp; Password to complete installation</a:t>
            </a:r>
          </a:p>
          <a:p>
            <a:pPr lvl="1"/>
            <a:r>
              <a:rPr lang="en-US" dirty="0"/>
              <a:t>Note: the password will not appear when you type it</a:t>
            </a:r>
          </a:p>
        </p:txBody>
      </p:sp>
      <p:pic>
        <p:nvPicPr>
          <p:cNvPr id="7" name="Picture 6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F0B98BCD-297E-4BBA-85A5-282CC0786D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1" y="4729164"/>
            <a:ext cx="11572878" cy="1785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174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7E138-FB2F-45D6-BC3A-E2322C524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Ubuntu - update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1CA7D-5CC8-49CC-AA15-A226132EFD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953" y="1470549"/>
            <a:ext cx="52578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Ubuntu does not update automatically, to update run the command</a:t>
            </a:r>
          </a:p>
          <a:p>
            <a:pPr lvl="1"/>
            <a:r>
              <a:rPr lang="en-US" dirty="0" err="1"/>
              <a:t>sudo</a:t>
            </a:r>
            <a:r>
              <a:rPr lang="en-US" dirty="0"/>
              <a:t> apt update &amp;&amp; </a:t>
            </a:r>
            <a:r>
              <a:rPr lang="en-US" dirty="0" err="1"/>
              <a:t>sudo</a:t>
            </a:r>
            <a:r>
              <a:rPr lang="en-US" dirty="0"/>
              <a:t> apt upgrade</a:t>
            </a:r>
          </a:p>
          <a:p>
            <a:r>
              <a:rPr lang="en-US" dirty="0"/>
              <a:t>You will be prompted to enter your password</a:t>
            </a:r>
          </a:p>
          <a:p>
            <a:r>
              <a:rPr lang="en-US" dirty="0"/>
              <a:t>When update are ready to be installed the message will appear</a:t>
            </a:r>
          </a:p>
          <a:p>
            <a:pPr lvl="1"/>
            <a:r>
              <a:rPr lang="en-US" dirty="0"/>
              <a:t>Do you want to continue? [Y/n]</a:t>
            </a:r>
          </a:p>
          <a:p>
            <a:pPr lvl="2"/>
            <a:r>
              <a:rPr lang="en-US" dirty="0"/>
              <a:t>Y + enter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D8809FA9-F6AE-4E00-BAD2-4516EA39D4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3450" y="1036112"/>
            <a:ext cx="6377597" cy="5221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503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F84BE-F049-41DB-B750-61033AE46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Ubuntu – g++ and make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3F768-BC09-4363-AC28-010B9B56B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At this point, you have successfully installed and setup WSL, and now you can use the terminal as you would on Ubuntu</a:t>
            </a:r>
          </a:p>
          <a:p>
            <a:r>
              <a:rPr lang="en-US" dirty="0"/>
              <a:t>Terminate and reboot Ubuntu</a:t>
            </a:r>
          </a:p>
          <a:p>
            <a:r>
              <a:rPr lang="en-US" dirty="0"/>
              <a:t>Run the command in Ubuntu</a:t>
            </a:r>
          </a:p>
          <a:p>
            <a:pPr lvl="1"/>
            <a:r>
              <a:rPr lang="en-US" dirty="0" err="1"/>
              <a:t>sudo</a:t>
            </a:r>
            <a:r>
              <a:rPr lang="en-US" dirty="0"/>
              <a:t> apt install g++</a:t>
            </a:r>
          </a:p>
          <a:p>
            <a:pPr lvl="1"/>
            <a:r>
              <a:rPr lang="en-US" dirty="0"/>
              <a:t>You can now compile C++ in WSL</a:t>
            </a:r>
          </a:p>
          <a:p>
            <a:r>
              <a:rPr lang="en-US" dirty="0"/>
              <a:t>Run the command in Ubuntu</a:t>
            </a:r>
          </a:p>
          <a:p>
            <a:pPr lvl="1"/>
            <a:r>
              <a:rPr lang="en-US" dirty="0" err="1"/>
              <a:t>sudo</a:t>
            </a:r>
            <a:r>
              <a:rPr lang="en-US" dirty="0"/>
              <a:t> apt install make</a:t>
            </a:r>
          </a:p>
          <a:p>
            <a:pPr lvl="1"/>
            <a:r>
              <a:rPr lang="en-US" dirty="0"/>
              <a:t>You can now use </a:t>
            </a:r>
            <a:r>
              <a:rPr lang="en-US" dirty="0" err="1"/>
              <a:t>makefiles</a:t>
            </a:r>
            <a:r>
              <a:rPr lang="en-US" dirty="0"/>
              <a:t> in WSL</a:t>
            </a:r>
          </a:p>
        </p:txBody>
      </p:sp>
    </p:spTree>
    <p:extLst>
      <p:ext uri="{BB962C8B-B14F-4D97-AF65-F5344CB8AC3E}">
        <p14:creationId xmlns:p14="http://schemas.microsoft.com/office/powerpoint/2010/main" val="3109413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FE2A9-E30F-4856-9281-C45CDC517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Orbiter - installation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A39F4-96A5-43AB-9E2D-62CB4332F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easiest way to run make is through the command prompt, not Ubuntu</a:t>
            </a:r>
          </a:p>
          <a:p>
            <a:r>
              <a:rPr lang="en-US" dirty="0"/>
              <a:t>To run WSL commands in command prompt, use either</a:t>
            </a:r>
          </a:p>
          <a:p>
            <a:pPr lvl="1"/>
            <a:r>
              <a:rPr lang="en-US" dirty="0" err="1"/>
              <a:t>wsl</a:t>
            </a:r>
            <a:r>
              <a:rPr lang="en-US" dirty="0"/>
              <a:t> &lt;command&gt;</a:t>
            </a:r>
          </a:p>
          <a:p>
            <a:pPr lvl="1"/>
            <a:r>
              <a:rPr lang="en-US" dirty="0"/>
              <a:t>wsl.exe &lt;command&gt;</a:t>
            </a:r>
          </a:p>
          <a:p>
            <a:r>
              <a:rPr lang="en-US" dirty="0"/>
              <a:t>Open command prompt</a:t>
            </a:r>
          </a:p>
          <a:p>
            <a:r>
              <a:rPr lang="en-US" dirty="0"/>
              <a:t>Change directory to Users\username</a:t>
            </a:r>
          </a:p>
          <a:p>
            <a:pPr lvl="1"/>
            <a:r>
              <a:rPr lang="en-US" dirty="0"/>
              <a:t>cd C:\Users\”your username”</a:t>
            </a:r>
          </a:p>
        </p:txBody>
      </p:sp>
    </p:spTree>
    <p:extLst>
      <p:ext uri="{BB962C8B-B14F-4D97-AF65-F5344CB8AC3E}">
        <p14:creationId xmlns:p14="http://schemas.microsoft.com/office/powerpoint/2010/main" val="3320316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54865-75D5-4E70-A64B-16275F6DF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Orbiter - installation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8DCD2-78AF-408A-9CB0-0B05935A5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299" y="1825625"/>
            <a:ext cx="5791702" cy="4667250"/>
          </a:xfrm>
        </p:spPr>
        <p:txBody>
          <a:bodyPr/>
          <a:lstStyle/>
          <a:p>
            <a:r>
              <a:rPr lang="en-US" dirty="0"/>
              <a:t>In web, go to </a:t>
            </a:r>
            <a:r>
              <a:rPr lang="en-US" dirty="0">
                <a:hlinkClick r:id="rId2"/>
              </a:rPr>
              <a:t>https://github.com/abetten/orbiter</a:t>
            </a:r>
            <a:endParaRPr lang="en-US" dirty="0"/>
          </a:p>
          <a:p>
            <a:r>
              <a:rPr lang="en-US" dirty="0"/>
              <a:t>Click on the green icon “Code” that opens a drop-down menu</a:t>
            </a:r>
          </a:p>
          <a:p>
            <a:r>
              <a:rPr lang="en-US" dirty="0"/>
              <a:t>You want to copy HTTPS URL</a:t>
            </a:r>
          </a:p>
        </p:txBody>
      </p:sp>
      <p:pic>
        <p:nvPicPr>
          <p:cNvPr id="5" name="Picture 4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9BB3ACB9-C36D-4C49-88CE-4A4A160EBE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9828" y="365125"/>
            <a:ext cx="5791702" cy="462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248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E48F5-3FBC-49E7-85A4-DC535815B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Orbiter - installation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DF690-7505-4148-86AA-461D6826A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command prompt, once you are in C:\Users\Joel type the command</a:t>
            </a:r>
          </a:p>
          <a:p>
            <a:pPr lvl="1"/>
            <a:r>
              <a:rPr lang="en-US" dirty="0"/>
              <a:t>wsl.exe git clone </a:t>
            </a:r>
            <a:r>
              <a:rPr lang="en-US" dirty="0">
                <a:hlinkClick r:id="rId2"/>
              </a:rPr>
              <a:t>https://github.com/abetten/orbiter.git</a:t>
            </a:r>
            <a:endParaRPr lang="en-US" dirty="0"/>
          </a:p>
          <a:p>
            <a:pPr lvl="1"/>
            <a:r>
              <a:rPr lang="en-US" dirty="0"/>
              <a:t>Hit enter</a:t>
            </a:r>
          </a:p>
          <a:p>
            <a:r>
              <a:rPr lang="en-US" dirty="0"/>
              <a:t>Now, orbiter will begin the cloning process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24D7037B-3093-4D91-8864-F4CB9B8FF4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4001294"/>
            <a:ext cx="9034463" cy="2606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882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1F65A-EBCC-442E-B93B-D59854BA9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Orbiter - compile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98FC8-2BC0-48F9-9E22-035980A6B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/>
              <a:t>After cloning orbiter, run the command</a:t>
            </a:r>
          </a:p>
          <a:p>
            <a:pPr lvl="1"/>
            <a:r>
              <a:rPr lang="en-US" dirty="0" err="1"/>
              <a:t>dir</a:t>
            </a:r>
            <a:endParaRPr lang="en-US" dirty="0"/>
          </a:p>
          <a:p>
            <a:r>
              <a:rPr lang="en-US" dirty="0"/>
              <a:t>You will find a new directory created called “orbiter”</a:t>
            </a:r>
          </a:p>
          <a:p>
            <a:r>
              <a:rPr lang="en-US" dirty="0"/>
              <a:t>Change directory to “orbiter”</a:t>
            </a:r>
          </a:p>
          <a:p>
            <a:pPr lvl="1"/>
            <a:r>
              <a:rPr lang="en-US" dirty="0"/>
              <a:t>cd orbiter</a:t>
            </a:r>
          </a:p>
        </p:txBody>
      </p:sp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D036C836-009A-43E9-A09B-A0C77FC2CE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365125"/>
            <a:ext cx="5034124" cy="621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6361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9FD4B-9B2F-4F34-9654-97866B224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Orbiter - compile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B45C0-309F-48F6-AF69-697FF34F2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9906001" cy="1848413"/>
          </a:xfrm>
        </p:spPr>
        <p:txBody>
          <a:bodyPr>
            <a:normAutofit/>
          </a:bodyPr>
          <a:lstStyle/>
          <a:p>
            <a:r>
              <a:rPr lang="en-US" dirty="0"/>
              <a:t>Now that you are in C:\Users\”your username”\orbiter, run the command</a:t>
            </a:r>
          </a:p>
          <a:p>
            <a:pPr lvl="1"/>
            <a:r>
              <a:rPr lang="en-US" dirty="0"/>
              <a:t>wsl.exe make</a:t>
            </a:r>
          </a:p>
          <a:p>
            <a:r>
              <a:rPr lang="en-US" dirty="0"/>
              <a:t>The orbiter library will now be compiled, give it some time</a:t>
            </a:r>
          </a:p>
        </p:txBody>
      </p:sp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BC9EE985-B623-4892-A55C-E6E72D2AF1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85" y="3674038"/>
            <a:ext cx="11814099" cy="264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9545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A6B70-88EA-45CD-B809-8EC8FE095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Makefile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F6EFA-33DB-4112-8B76-FACE6DED2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Now that orbiter has been successfully compiled, in the directory C:\Users\”your username”\orbiter</a:t>
            </a:r>
          </a:p>
          <a:p>
            <a:pPr lvl="1"/>
            <a:r>
              <a:rPr lang="en-US" dirty="0"/>
              <a:t>Change directory to C:\Users\”your username” and create a new directory</a:t>
            </a:r>
          </a:p>
          <a:p>
            <a:pPr lvl="1"/>
            <a:r>
              <a:rPr lang="en-US" dirty="0"/>
              <a:t>Ex: </a:t>
            </a:r>
            <a:r>
              <a:rPr lang="en-US" dirty="0" err="1"/>
              <a:t>mkdir</a:t>
            </a:r>
            <a:r>
              <a:rPr lang="en-US" dirty="0"/>
              <a:t> </a:t>
            </a:r>
            <a:r>
              <a:rPr lang="en-US" dirty="0" err="1"/>
              <a:t>CPP_Workspace</a:t>
            </a:r>
            <a:endParaRPr lang="en-US" dirty="0"/>
          </a:p>
          <a:p>
            <a:r>
              <a:rPr lang="en-US" dirty="0"/>
              <a:t>Change directory into </a:t>
            </a:r>
            <a:r>
              <a:rPr lang="en-US" dirty="0" err="1"/>
              <a:t>CPP_Workspace</a:t>
            </a:r>
            <a:endParaRPr lang="en-US" dirty="0"/>
          </a:p>
          <a:p>
            <a:pPr lvl="1"/>
            <a:r>
              <a:rPr lang="en-US" dirty="0"/>
              <a:t>cd </a:t>
            </a:r>
            <a:r>
              <a:rPr lang="en-US" dirty="0" err="1"/>
              <a:t>CPP_Workspace</a:t>
            </a:r>
            <a:endParaRPr lang="en-US" dirty="0"/>
          </a:p>
          <a:p>
            <a:r>
              <a:rPr lang="en-US" dirty="0"/>
              <a:t>In C:\Users\”your username”\”new directory”, run the command</a:t>
            </a:r>
          </a:p>
          <a:p>
            <a:pPr lvl="1"/>
            <a:r>
              <a:rPr lang="en-US" dirty="0"/>
              <a:t>wsl.exe vim </a:t>
            </a:r>
            <a:r>
              <a:rPr lang="en-US" dirty="0" err="1"/>
              <a:t>makefile</a:t>
            </a:r>
            <a:endParaRPr lang="en-US" dirty="0"/>
          </a:p>
          <a:p>
            <a:r>
              <a:rPr lang="en-US" dirty="0"/>
              <a:t>Vim (an IDE) will create the file “</a:t>
            </a:r>
            <a:r>
              <a:rPr lang="en-US" dirty="0" err="1"/>
              <a:t>makefile</a:t>
            </a:r>
            <a:r>
              <a:rPr lang="en-US" dirty="0"/>
              <a:t>”</a:t>
            </a:r>
          </a:p>
          <a:p>
            <a:r>
              <a:rPr lang="en-US" dirty="0"/>
              <a:t>For Vim commands, go to </a:t>
            </a:r>
            <a:r>
              <a:rPr lang="en-US" dirty="0">
                <a:hlinkClick r:id="rId2"/>
              </a:rPr>
              <a:t>https://vim.rtorr.com/</a:t>
            </a:r>
            <a:endParaRPr lang="en-US" dirty="0"/>
          </a:p>
          <a:p>
            <a:r>
              <a:rPr lang="en-US" dirty="0"/>
              <a:t>Remember: all Ubuntu commands must begin with either</a:t>
            </a:r>
          </a:p>
          <a:p>
            <a:pPr lvl="1"/>
            <a:r>
              <a:rPr lang="en-US" dirty="0" err="1"/>
              <a:t>wsl</a:t>
            </a:r>
            <a:r>
              <a:rPr lang="en-US" dirty="0"/>
              <a:t> or wsl.exe</a:t>
            </a:r>
          </a:p>
        </p:txBody>
      </p:sp>
    </p:spTree>
    <p:extLst>
      <p:ext uri="{BB962C8B-B14F-4D97-AF65-F5344CB8AC3E}">
        <p14:creationId xmlns:p14="http://schemas.microsoft.com/office/powerpoint/2010/main" val="10915668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32277-7CCC-46FA-A0B6-0EF2C7D64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Makefile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AA107-A4BB-4DDC-AE5E-1AA6D9B03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175" y="1419224"/>
            <a:ext cx="4429125" cy="507365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To edit file in vim, click “</a:t>
            </a:r>
            <a:r>
              <a:rPr lang="en-US" dirty="0" err="1"/>
              <a:t>i</a:t>
            </a:r>
            <a:r>
              <a:rPr lang="en-US" dirty="0"/>
              <a:t>”</a:t>
            </a:r>
          </a:p>
          <a:p>
            <a:r>
              <a:rPr lang="en-US" dirty="0"/>
              <a:t>You will see --insert-- in the lower left-hand corner</a:t>
            </a:r>
          </a:p>
          <a:p>
            <a:r>
              <a:rPr lang="en-US" dirty="0"/>
              <a:t>The example to the right demonstrates a simple test to assure that orbiter is running correctly</a:t>
            </a:r>
          </a:p>
          <a:p>
            <a:r>
              <a:rPr lang="en-US" dirty="0"/>
              <a:t>Assuming that orbiter directory is located in C:\Users\”your username” then the variable OP and ORBITER_PATH should work just fine</a:t>
            </a:r>
          </a:p>
          <a:p>
            <a:r>
              <a:rPr lang="en-US" dirty="0"/>
              <a:t>Note were wsl.exe is inserted</a:t>
            </a:r>
          </a:p>
          <a:p>
            <a:r>
              <a:rPr lang="en-US" dirty="0" err="1"/>
              <a:t>Makefile</a:t>
            </a:r>
            <a:r>
              <a:rPr lang="en-US" dirty="0"/>
              <a:t> contains Ubuntu commands not windows commands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D4F95728-041F-478B-806D-3E17FA2090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301" y="1027905"/>
            <a:ext cx="7248524" cy="4244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8559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A8825-19DA-4DCE-A01E-CEEB43F66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</a:t>
            </a:r>
            <a:r>
              <a:rPr lang="en-US" dirty="0" err="1"/>
              <a:t>makefile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7DD76-E4F0-455F-B7DA-8A8328282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262" y="1585913"/>
            <a:ext cx="5900737" cy="5043486"/>
          </a:xfrm>
        </p:spPr>
        <p:txBody>
          <a:bodyPr>
            <a:normAutofit fontScale="92500"/>
          </a:bodyPr>
          <a:lstStyle/>
          <a:p>
            <a:r>
              <a:rPr lang="en-US" dirty="0"/>
              <a:t>Now that you have created the </a:t>
            </a:r>
            <a:r>
              <a:rPr lang="en-US" dirty="0" err="1"/>
              <a:t>makefile</a:t>
            </a:r>
            <a:r>
              <a:rPr lang="en-US" dirty="0"/>
              <a:t>,</a:t>
            </a:r>
          </a:p>
          <a:p>
            <a:pPr lvl="1"/>
            <a:r>
              <a:rPr lang="en-US" dirty="0"/>
              <a:t>Click “esc” to finish editing in vim</a:t>
            </a:r>
          </a:p>
          <a:p>
            <a:pPr lvl="1"/>
            <a:r>
              <a:rPr lang="en-US" dirty="0"/>
              <a:t>Run the command</a:t>
            </a:r>
          </a:p>
          <a:p>
            <a:pPr lvl="2"/>
            <a:r>
              <a:rPr lang="en-US" dirty="0"/>
              <a:t>:</a:t>
            </a:r>
            <a:r>
              <a:rPr lang="en-US" dirty="0" err="1"/>
              <a:t>wq</a:t>
            </a:r>
            <a:r>
              <a:rPr lang="en-US" dirty="0"/>
              <a:t> + enter</a:t>
            </a:r>
          </a:p>
          <a:p>
            <a:pPr lvl="1"/>
            <a:r>
              <a:rPr lang="en-US" dirty="0"/>
              <a:t>This saves &amp; closes the </a:t>
            </a:r>
            <a:r>
              <a:rPr lang="en-US" dirty="0" err="1"/>
              <a:t>makefile</a:t>
            </a:r>
            <a:r>
              <a:rPr lang="en-US" dirty="0"/>
              <a:t> in vim</a:t>
            </a:r>
          </a:p>
          <a:p>
            <a:r>
              <a:rPr lang="en-US" dirty="0"/>
              <a:t>You will be returned to</a:t>
            </a:r>
          </a:p>
          <a:p>
            <a:pPr lvl="1"/>
            <a:r>
              <a:rPr lang="en-US" dirty="0"/>
              <a:t>C:\Users\”your username”\”new directory”</a:t>
            </a:r>
          </a:p>
          <a:p>
            <a:r>
              <a:rPr lang="en-US" dirty="0"/>
              <a:t>In the directory run,</a:t>
            </a:r>
          </a:p>
          <a:p>
            <a:pPr lvl="1"/>
            <a:r>
              <a:rPr lang="en-US" dirty="0"/>
              <a:t>wsl.exe make test</a:t>
            </a:r>
          </a:p>
          <a:p>
            <a:pPr lvl="1"/>
            <a:r>
              <a:rPr lang="en-US" dirty="0"/>
              <a:t>Hit “enter”</a:t>
            </a:r>
          </a:p>
          <a:p>
            <a:r>
              <a:rPr lang="en-US" dirty="0"/>
              <a:t>If everything runs correctly, you will see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F1AE0B32-B838-4B57-BC83-1CEEE67B6F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365125"/>
            <a:ext cx="5976128" cy="612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3766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E5730-E3E0-422C-B20F-5F8286E8E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Orbiter - 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3DE35-E507-40D3-9D92-23EBAD630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that everything runs correctly, visit </a:t>
            </a:r>
            <a:r>
              <a:rPr lang="en-US" dirty="0">
                <a:hlinkClick r:id="rId2"/>
              </a:rPr>
              <a:t>https://www.math.colostate.edu/~betten/orbiter/users_guide.pdf</a:t>
            </a:r>
            <a:endParaRPr lang="en-US" dirty="0"/>
          </a:p>
          <a:p>
            <a:r>
              <a:rPr lang="en-US" dirty="0"/>
              <a:t>This is the Orbiter User’s guide</a:t>
            </a:r>
          </a:p>
          <a:p>
            <a:r>
              <a:rPr lang="en-US" dirty="0"/>
              <a:t>Remember that you must use “wsl.exe make &lt;target&gt;” or “</a:t>
            </a:r>
            <a:r>
              <a:rPr lang="en-US" dirty="0" err="1"/>
              <a:t>wsl</a:t>
            </a:r>
            <a:r>
              <a:rPr lang="en-US" dirty="0"/>
              <a:t> make &lt;target&gt;” to run make correctly on </a:t>
            </a:r>
            <a:r>
              <a:rPr lang="en-US" dirty="0" err="1"/>
              <a:t>linux</a:t>
            </a:r>
            <a:r>
              <a:rPr lang="en-US" dirty="0"/>
              <a:t> distribution</a:t>
            </a:r>
          </a:p>
          <a:p>
            <a:r>
              <a:rPr lang="en-US" dirty="0"/>
              <a:t>Also, note how “wsl.exe” is used inside of the </a:t>
            </a:r>
            <a:r>
              <a:rPr lang="en-US" dirty="0" err="1"/>
              <a:t>makefile</a:t>
            </a:r>
            <a:endParaRPr lang="en-US" dirty="0"/>
          </a:p>
          <a:p>
            <a:r>
              <a:rPr lang="en-US" dirty="0"/>
              <a:t>Ubuntu commands are used in </a:t>
            </a:r>
            <a:r>
              <a:rPr lang="en-US" dirty="0" err="1"/>
              <a:t>makefile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4097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0FD36-C21B-4C00-A6DA-007B19A57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Orbiter - update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9F09C-FE7E-44A9-AB57-CE1CB6E93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update orbiter, change directories to </a:t>
            </a:r>
          </a:p>
          <a:p>
            <a:pPr lvl="1"/>
            <a:r>
              <a:rPr lang="en-US" dirty="0"/>
              <a:t>C:\Users\”your username”\orbiter</a:t>
            </a:r>
          </a:p>
          <a:p>
            <a:r>
              <a:rPr lang="en-US" dirty="0"/>
              <a:t>Run the commands</a:t>
            </a:r>
          </a:p>
          <a:p>
            <a:pPr lvl="1"/>
            <a:r>
              <a:rPr lang="en-US" dirty="0"/>
              <a:t>wsl.exe make clean ; wsl.exe make</a:t>
            </a:r>
          </a:p>
          <a:p>
            <a:r>
              <a:rPr lang="en-US" dirty="0"/>
              <a:t>Good luck!</a:t>
            </a:r>
          </a:p>
        </p:txBody>
      </p:sp>
    </p:spTree>
    <p:extLst>
      <p:ext uri="{BB962C8B-B14F-4D97-AF65-F5344CB8AC3E}">
        <p14:creationId xmlns:p14="http://schemas.microsoft.com/office/powerpoint/2010/main" val="2153923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1374</TotalTime>
  <Words>1042</Words>
  <Application>Microsoft Office PowerPoint</Application>
  <PresentationFormat>Widescreen</PresentationFormat>
  <Paragraphs>133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Installing Orbiter on Windows</vt:lpstr>
      <vt:lpstr>Resources</vt:lpstr>
      <vt:lpstr>Installing WSL</vt:lpstr>
      <vt:lpstr>Update</vt:lpstr>
      <vt:lpstr>WSL1, WSL2</vt:lpstr>
      <vt:lpstr>Ubuntu - installation</vt:lpstr>
      <vt:lpstr>Ubuntu - launching</vt:lpstr>
      <vt:lpstr>Ubuntu - update</vt:lpstr>
      <vt:lpstr>Ubuntu – g++ and make</vt:lpstr>
      <vt:lpstr>Orbiter - installation</vt:lpstr>
      <vt:lpstr>Orbiter - installation</vt:lpstr>
      <vt:lpstr>Orbiter - installation</vt:lpstr>
      <vt:lpstr>Orbiter - compile</vt:lpstr>
      <vt:lpstr>Orbiter - compile</vt:lpstr>
      <vt:lpstr>Makefile</vt:lpstr>
      <vt:lpstr>Makefile</vt:lpstr>
      <vt:lpstr>Running makefile</vt:lpstr>
      <vt:lpstr>Orbiter - notes</vt:lpstr>
      <vt:lpstr>Orbiter - update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Installing Orbiter on Windows</dc:title>
  <dc:creator>Joel</dc:creator>
  <cp:lastModifiedBy> </cp:lastModifiedBy>
  <cp:revision>3</cp:revision>
  <dcterms:created xsi:type="dcterms:W3CDTF">2022-01-11T08:27:44Z</dcterms:created>
  <dcterms:modified xsi:type="dcterms:W3CDTF">2022-01-12T07:22:23Z</dcterms:modified>
</cp:coreProperties>
</file>